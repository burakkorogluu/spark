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Merhaba arkadaşlar, bugün sizlere üzerinde çalıştığım SPARK projesini tanıtacağım. SPARK, elektrik şebekelerindeki kritik bir problemi yapay zeka ile çözen bir karar destek sistemi.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Sorun şu ki, cezayı yediğinizi ay sonunda anlıyorsunuz. Bizim amacımız ay sonunda ceza sınırının aşılıp aşılmayacağını haftalar öncesinden tahmin edip müdahale şansı yaratmak.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Sistemin altyapısını tamamen modern web standartlarına göre kurdum. Özellikle hız konusuna çok dikkat ettik; yapay zeka modelleri ağır çalışsa da Batch Prediction mimarisi sayesinde kullanıcıya sonucu anında gösterebiliyoruz.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güçlü yanımız algoritmamız. Sadece tarihsel tüketimi değil, hava durumunu da hesaba katarak yapay zeka ve makine öğrenmesi algoritmalarını harmanlayan bir Ensemble modeli kullanıyoruz.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Arka plandaki onca karmaşık hesabı kullanıcıya olabildiğince basit ve endüstriyel bir SCADA ekranı formatında sunuyoruz. Manevra simülasyonu sayesinde operatörler risk almadan hamlelerinin sonucunu görebiliyor.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Özetle SPARK, klasik izleme sistemlerini bir adım öteye taşıyarak önleyici ve akıllı bir karar destek sistemi sunuyor. Dinlediğiniz için teşekkür ederim.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Akıllı Şebeke Reaktif Güç Takip, Saatlik Tahmin ve Karar Destek Sistemi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Çözdüğümüz Problem 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Mevzuat Sınırları: EPDK'ya göre aylık reaktif enerji sınırları vardır (%20 Endüktif, %15 Kapasitif).</a:t>
            </a:r>
          </a:p>
          <a:p>
            <a:r>
              <a:t>Cezai İşlemler: Sınırların aşılması durumunda kurumlara ağır maddi cezalar uygulanır.</a:t>
            </a:r>
          </a:p>
          <a:p>
            <a:r>
              <a:t>Geleneksel Sistemler: Sadece anlık durumu gösterirler, ay sonu ne olacağını öngöremezler.</a:t>
            </a:r>
          </a:p>
          <a:p>
            <a:r>
              <a:t>SPARK'ın Amacı: Ay sonu oranları yapay zeka ile önceden tahmin etmek ve erken uyarı sağlamak.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(Sunucu): Python ve FastAPI ile asenkron yapı.</a:t>
            </a:r>
          </a:p>
          <a:p>
            <a:r>
              <a:t>Veritabanı: SQLite &amp; SQLAlchemy ORM.</a:t>
            </a:r>
          </a:p>
          <a:p>
            <a:r>
              <a:t>Frontend (Arayüz): Vanilla JS ve Chart.js ile dinamik arayüz.</a:t>
            </a:r>
          </a:p>
          <a:p>
            <a:r>
              <a:t>Hız Optimizasyonu (Batch Prediction): Tahminler arka planda hesaplanıp DB'ye yazılır. Yanıt süresi 0.01 sn altındadır.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Saatlik Tahmin Motorumuz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XGBoost &amp; SHAP (XAI): Tahmin yapar ve nedenini açıklar.</a:t>
            </a:r>
          </a:p>
          <a:p>
            <a:r>
              <a:t>Meteorolojik Veriler: Open-Meteo API ile hava durumu faktörlerini hesaba katar.</a:t>
            </a:r>
          </a:p>
          <a:p>
            <a:r>
              <a:t>Topluluk Modeli (Ensemble): RF, Holt-Winters ve XGBoost ortalamasıyla stabil sonuç üretir.</a:t>
            </a:r>
          </a:p>
          <a:p>
            <a:r>
              <a:t>Otomatik Öğrenme: Modeller her hafta yeni verilerle kendini baştan eğitir.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Bize Neler Sunuyor?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Dashboard: Tüm trafoların güvenlik rozetleriyle (Yeşil/Sarı/Kırmızı) anlık izlenmesi.</a:t>
            </a:r>
          </a:p>
          <a:p>
            <a:r>
              <a:t>SCADA Topolojisi: Güç akışını animasyonlarla gösteren endüstriyel şema.</a:t>
            </a:r>
          </a:p>
          <a:p>
            <a:r>
              <a:t>Manevra Simülasyonu: Yük aktarımının sonuçlarını gösteren What-If analizleri.</a:t>
            </a:r>
          </a:p>
          <a:p>
            <a:r>
              <a:t>Detaylı Grafikler: Saatlik bazda ilerleyiş grafikleri ve oran takibi.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 Olarak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Reaktif cezaları proaktif bir yaklaşımla engeller.</a:t>
            </a:r>
          </a:p>
          <a:p>
            <a:r>
              <a:t>Veriye dayalı karar almayı sağlar.</a:t>
            </a:r>
          </a:p>
          <a:p>
            <a:r>
              <a:t>Gelecek Planı: OSOS sayaçlarıyla gerçek zamanlı entegrasyon ve otomatik anahtarlama.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